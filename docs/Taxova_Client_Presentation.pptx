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Taxova.ai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C4B6"/>
                </a:solidFill>
                <a:latin typeface="Calibri"/>
              </a:rPr>
              <a:t>WhatsApp-native GST compliance for Indian businesses &amp; 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Photo in. Filing-ready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1B3A"/>
                </a:solidFill>
                <a:latin typeface="Calibri"/>
              </a:rPr>
              <a:t>Client presentation  ·  Product overview &amp; differentiators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The problem with how GST invoices are handled today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What Taxova.ai is — one-line product story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End-to-end journey (WhatsApp → CA → Filing)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Features for business clients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Features for Chartered Accountants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What other products don’t have (differentiators)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Compliance depth (ITC, GSTR-2B, drafts)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1A2A3A"/>
                </a:solidFill>
                <a:latin typeface="Calibri"/>
              </a:rPr>
              <a:t>•  How to pilot with your firm /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Scattered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Clients send bills on WhatsApp, email, photos — CA re-enters everything manually.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Late / incomplete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Month-end rush. Missing GSTINs, wrong totals, blocked ITC discovered too 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Tools don’t talk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GST software, Excel, WhatsApp, and the portal stay disconnected.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Generic bots ≠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Chatbots answer FAQs. They don’t extract invoices or apply Sec 17(5) ITC rules.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Taxova.ai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C4B6"/>
                </a:solidFill>
                <a:latin typeface="Calibri"/>
              </a:rPr>
              <a:t>WhatsApp is the front door. The CA dashboard is the control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Client sends invoice photo/PDF on WhatsApp — no new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Extract +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AI reads the bill; tax math &amp; Sec 17(5) ITC rules run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Route smartly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Clean bills → client CONFIRM. Exceptions → CA review queue.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556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Reconcile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Match GSTR-2B, nudge gaps, export GSTR-1 / 3B draft JSON.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For business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Send invoice photos or PDFs on WhatsApp — zero training, zero new app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Instant acknowledgement + structured summary (supplier, GSTIN, tax, totals)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Reply CONFIRM / REJECT to approve bills from the chat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Ask questions in plain language: ITC eligibility, pending invoices, monthly summary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Self-onboarding with GSTIN + WhatsApp number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Link your CA with a simple invite code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Month-end nudges when bills are missing or mismatched vs GSTR-2B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For Chartered Accountants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Daily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Multi-client CA dashboard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HITL audit queue (exceptions first)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Edit / approve / reject / skip invoices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Bulk approve + keyboard shortcuts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Line-level ITC detail &amp; math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Month close &amp; filing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Month-close: Review → 2B → Export → Nudge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Import GSTR-2B or live Pull 2B (OTP)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Books ↔ 2B reconcile (match / mismatch / missing)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GSTR-1 &amp; GSTR-3B draft JSON export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GSTIN lookup + portal filing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other products don’t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WhatsApp as the product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Not a bolted-on alert. Clients work where they already chat — invoices become structured GST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AI extraction + Sec 17(5) ITC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Line-level blocked vs eligible ITC — not an OCR dump into Excel.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801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8016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Smart 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19202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Clean bills → client confirm on WhatsApp. Risky bills → CA queue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576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5760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GST agent with real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Answers grounded in this client’s invoices + searchable GST rules — not a generic chatbot.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Live GSTR-2B + books reconcile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976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File import or portal OTP pull; match / mismatch / missing; WhatsApp nudges for gaps.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6576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38404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One loop to filing drafts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2976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Capture → ITC/2B gate → CA approve → GSTR-1 / 3B draft JSON — one product.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Taxova vs typical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91840" cy="50292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234440"/>
            <a:ext cx="2743200" cy="50292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2192" y="13441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GST desktop /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34440"/>
            <a:ext cx="2560320" cy="50292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34416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WhatsApp FAQ bots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234440"/>
            <a:ext cx="256032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34416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Taxova.ai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9019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Invoice capture from client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1737360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190195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37360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0195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Weak / manual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737360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90195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photo/PDF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9152"/>
            <a:ext cx="329184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52374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Structured extraction + tax math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359152"/>
            <a:ext cx="274320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2" y="252374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Manual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359152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52374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359152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52374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80944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14553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Sec 17(5) line-level ITC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2980944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2192" y="3145536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Partial / manual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980944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3145536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980944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3145536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rules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02736"/>
            <a:ext cx="329184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7673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Exception routing (HITL)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3602736"/>
            <a:ext cx="274320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22192" y="376732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All bills equal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602736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6732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602736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376732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smart queue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24528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389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GSTR-2B reconcile + OTP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4224528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22192" y="4389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Separate workflow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224528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43891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4224528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43891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in product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46320"/>
            <a:ext cx="329184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50109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CA multi-client month-close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9040" y="4846320"/>
            <a:ext cx="274320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22192" y="50109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Per-client software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846320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65392" y="501091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846320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501091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practice view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468112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56327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Client CONFIRM on WhatsApp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5468112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22192" y="563270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Email / portal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46811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392" y="563270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546811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25712" y="563270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Compliance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Deterministic ITC rules under Sec 17(5) — food, vehicles, club, personal, gifts, works contract, and more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Line-item evaluation using description + HSN/SAC (not only bill header)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Tax calculation verification (taxable × rate vs CGST/SGST/IGST)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GSTR-2B import (JSON/CSV) or live Pull 2B via taxpayer OTP session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Reconcile books vs 2B: matched, amount/date mismatch, missing in 2B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Draft GSTR-1 (B2B / B2CS / HSN-style) and GSTR-3B JSON from approved invoices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GSTIN portal profile, filing history track, and supplier name mismatch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D"/>
                </a:solidFill>
                <a:latin typeface="Calibri"/>
              </a:rPr>
              <a:t>Note: Exports are filing-prep drafts — CA reviews before portal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One month-close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WhatsApp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Clients send bills all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1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AI + ITC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Extract, math-check, 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Client / CA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CONFIRM or exception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GSTR-2B reconcile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Import or OTP pull +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79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Export &amp; nudge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GSTR drafts + WhatsApp nudges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Suggested pilot with your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1: Connect WhatsApp number + CA dashboard access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1: Onboard 2–5 clients; assign CA invite codes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2: Process real invoices over WhatsApp; measure extraction accuracy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2: Run one month-close — Pull/Import 2B, reconcile, export drafts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3: Review time saved vs manual entry; refine HITL rules with your team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Success metrics: hours saved per client, % bills auto-routed, 2B match rate, CA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Let’s make GST filing WhatsApp-simple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C4B6"/>
                </a:solidFill>
                <a:latin typeface="Calibri"/>
              </a:rPr>
              <a:t>Taxova.ai — Photo in. Filing-ready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Next step: schedule a live demo (WhatsApp simulator + CA dashboard).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B3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